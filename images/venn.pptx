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526"/>
    <a:srgbClr val="425F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2"/>
    <p:restoredTop sz="94635"/>
  </p:normalViewPr>
  <p:slideViewPr>
    <p:cSldViewPr snapToGrid="0" showGuides="1">
      <p:cViewPr varScale="1">
        <p:scale>
          <a:sx n="120" d="100"/>
          <a:sy n="120" d="100"/>
        </p:scale>
        <p:origin x="328" y="176"/>
      </p:cViewPr>
      <p:guideLst>
        <p:guide orient="horz" pos="215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5C82A-A82A-08B0-2482-FF3A29D874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DBC34C-77B0-086F-B215-708AEB4861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3558D-527F-A49E-8222-71AF805FC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832F2-583F-F248-89DD-9DC39AB450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31828-DC25-F9E9-9F20-8665D0D91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9650C-43B9-B9A8-CF11-40C582512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69A19-C883-F44E-9692-6A83BB7ED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145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B64A-AEB1-19E0-829D-9F1D211B6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B8089-9CEB-D380-1E96-C9F314553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05C32-0B0A-A76B-4C8A-AF90CF7E2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832F2-583F-F248-89DD-9DC39AB450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DA8EF-5EC7-0F71-0254-82E4B4EDE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6C0C0-D6EF-7160-58E4-9B61742CD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69A19-C883-F44E-9692-6A83BB7ED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669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2FE0A-5A96-EE5F-6184-05FA5054C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58A89-DFBF-169A-5883-09206418E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B0B76-1A30-12D7-F6FB-74EDF354B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832F2-583F-F248-89DD-9DC39AB450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2E397-C8E1-54E3-24CE-1739A3B12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A8FF9-D47F-A50D-5DF7-2C2EDB7EA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69A19-C883-F44E-9692-6A83BB7ED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315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F15A4-ECCC-5B01-416E-188F2EE51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3305F-42D3-232E-6E93-19D9906AA3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FFA1FD-21FF-44EA-4749-7F8275415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A2150E-D28E-B76B-871D-33007FAC8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832F2-583F-F248-89DD-9DC39AB450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B99079-6FDB-E422-5311-108731501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0ACD54-6390-CDF9-0D98-3159886E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69A19-C883-F44E-9692-6A83BB7ED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63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8FC80-C9BD-9152-4176-679CC6D3D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83E211-572E-7D1C-172A-C10352DF3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597173-BE1A-02F2-1F33-4081AFA10D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8AF5CE-740A-49B9-CC92-340A2BB460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D08DDD-F02A-B4DF-ED91-699A0D0DF7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AB7661-2AC1-6A26-D836-21AC4AE8B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832F2-583F-F248-89DD-9DC39AB450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B9A29F-A0AF-F2F8-5B9F-97B5A033A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750A27-4A45-D230-EA16-07BC82A5A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69A19-C883-F44E-9692-6A83BB7ED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802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54B63-61DE-7C48-45C4-174CA3928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00020D-1E8F-674C-221D-35C8B587E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832F2-583F-F248-89DD-9DC39AB450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1C6C03-A720-1EDB-5F6D-3CE181735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9B479C-0F16-1A52-061F-75FCA25CB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69A19-C883-F44E-9692-6A83BB7ED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503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F090BA-19C3-B754-FE50-6D041FCC8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832F2-583F-F248-89DD-9DC39AB450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66DB10-AB2B-047F-415E-FC3B6F544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862656-2D8D-46AA-44FF-402F955CE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69A19-C883-F44E-9692-6A83BB7ED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937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C3DBC-FD25-8972-401C-CD7656BAE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CC0F5-D774-B595-BE7B-16E86D952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456D1D-7D2A-246F-49C4-D054EC326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5049B1-FE5C-1653-6C14-D199773B8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832F2-583F-F248-89DD-9DC39AB450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84BC3B-8954-088E-45FD-405727E8C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A8BD6C-0F0C-69D9-AC8E-A027748B7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69A19-C883-F44E-9692-6A83BB7ED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173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632EE-8408-C37A-9F4E-D97595BBD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041654-4ECB-A408-F339-70D4A03C6F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F89983-D139-FC66-1663-D93B6C7DD6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86FCE-FA31-96D5-3647-3C8D449F8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832F2-583F-F248-89DD-9DC39AB450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95D4B9-C4EE-8DE5-ADC6-3BDF54424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53CC81-565E-2759-06CD-31E26B4CF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69A19-C883-F44E-9692-6A83BB7ED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25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E823E-6C78-2C36-842D-7DCC460E8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35DA54-5D4C-2FAA-CF0B-2214784ADC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19A18-F315-A354-148C-48DA2A3C5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832F2-583F-F248-89DD-9DC39AB450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83CCB-DAE7-EBDC-B85D-C607236F6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B71A4-4140-93DA-255C-509A38BC2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69A19-C883-F44E-9692-6A83BB7ED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507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0E0C3E-68B5-B08D-897C-00F993BCD6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FC0D10-331F-5267-4341-1648F597B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5B97D-2858-4858-B42B-4DFC6F48E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832F2-583F-F248-89DD-9DC39AB450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D3AD2-405B-7CB6-C0A5-A3A7EDA3A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4F1AE-96CA-148F-7B56-6410F6BF8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69A19-C883-F44E-9692-6A83BB7ED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240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7F5643-94E2-7A83-2999-ECB06435E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803E8-F344-9F97-5151-05EF08A47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EFE81-9BBE-DC4D-6DF6-532C6AD981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4832F2-583F-F248-89DD-9DC39AB450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08B2C-5338-4711-D81E-E4FE8B0D80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A2609-9EA3-9B6C-A8D2-4B32674E8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869A19-C883-F44E-9692-6A83BB7ED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1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489EDCE-96C2-6F85-2FCA-0697A25C3DA2}"/>
              </a:ext>
            </a:extLst>
          </p:cNvPr>
          <p:cNvSpPr>
            <a:spLocks noChangeAspect="1"/>
          </p:cNvSpPr>
          <p:nvPr/>
        </p:nvSpPr>
        <p:spPr>
          <a:xfrm>
            <a:off x="2433294" y="174812"/>
            <a:ext cx="4114800" cy="4114800"/>
          </a:xfrm>
          <a:prstGeom prst="ellipse">
            <a:avLst/>
          </a:prstGeom>
          <a:solidFill>
            <a:srgbClr val="425F73">
              <a:alpha val="7554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prstTxWarp prst="textArchDown">
              <a:avLst/>
            </a:prstTxWarp>
          </a:bodyPr>
          <a:lstStyle/>
          <a:p>
            <a:endParaRPr lang="en-US" sz="3200" dirty="0">
              <a:latin typeface="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B687BED-EEE2-FAEF-FE6F-7949B82B8078}"/>
              </a:ext>
            </a:extLst>
          </p:cNvPr>
          <p:cNvSpPr>
            <a:spLocks noChangeAspect="1"/>
          </p:cNvSpPr>
          <p:nvPr/>
        </p:nvSpPr>
        <p:spPr>
          <a:xfrm>
            <a:off x="5643906" y="174812"/>
            <a:ext cx="4114800" cy="4114800"/>
          </a:xfrm>
          <a:prstGeom prst="ellipse">
            <a:avLst/>
          </a:prstGeom>
          <a:solidFill>
            <a:srgbClr val="425F73">
              <a:alpha val="7554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7C5DC64-F2D0-CD52-8B1E-311B5A41D3B9}"/>
              </a:ext>
            </a:extLst>
          </p:cNvPr>
          <p:cNvSpPr>
            <a:spLocks noChangeAspect="1"/>
          </p:cNvSpPr>
          <p:nvPr/>
        </p:nvSpPr>
        <p:spPr>
          <a:xfrm>
            <a:off x="4048909" y="2743200"/>
            <a:ext cx="4114800" cy="4114800"/>
          </a:xfrm>
          <a:prstGeom prst="ellipse">
            <a:avLst/>
          </a:prstGeom>
          <a:solidFill>
            <a:srgbClr val="425F73">
              <a:alpha val="7554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FA152C4-8BC2-958C-2404-5F21E8417240}"/>
              </a:ext>
            </a:extLst>
          </p:cNvPr>
          <p:cNvSpPr>
            <a:spLocks noChangeAspect="1"/>
          </p:cNvSpPr>
          <p:nvPr/>
        </p:nvSpPr>
        <p:spPr>
          <a:xfrm>
            <a:off x="2067534" y="-190948"/>
            <a:ext cx="4846320" cy="48463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prstTxWarp prst="textArchUp">
              <a:avLst>
                <a:gd name="adj" fmla="val 7424714"/>
              </a:avLst>
            </a:prstTxWarp>
          </a:bodyPr>
          <a:lstStyle/>
          <a:p>
            <a:r>
              <a:rPr lang="en-US" sz="3600" dirty="0">
                <a:ln w="12700">
                  <a:solidFill>
                    <a:srgbClr val="001526"/>
                  </a:solidFill>
                </a:ln>
                <a:latin typeface=""/>
              </a:rPr>
              <a:t>Economic &amp; Financial History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8A927A5-B140-F7AC-3120-C92CC1F6DA5C}"/>
              </a:ext>
            </a:extLst>
          </p:cNvPr>
          <p:cNvSpPr>
            <a:spLocks noChangeAspect="1"/>
          </p:cNvSpPr>
          <p:nvPr/>
        </p:nvSpPr>
        <p:spPr>
          <a:xfrm>
            <a:off x="5298764" y="-190948"/>
            <a:ext cx="4846320" cy="48463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prstTxWarp prst="textArchUp">
              <a:avLst>
                <a:gd name="adj" fmla="val 9859028"/>
              </a:avLst>
            </a:prstTxWarp>
          </a:bodyPr>
          <a:lstStyle/>
          <a:p>
            <a:pPr algn="r"/>
            <a:r>
              <a:rPr lang="en-US" sz="3600" dirty="0">
                <a:ln w="12700">
                  <a:solidFill>
                    <a:srgbClr val="001526"/>
                  </a:solidFill>
                </a:ln>
                <a:latin typeface=""/>
              </a:rPr>
              <a:t>Political Economy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56BCF5C-A13E-0058-FCFC-AB328AB8BF0F}"/>
              </a:ext>
            </a:extLst>
          </p:cNvPr>
          <p:cNvSpPr>
            <a:spLocks noChangeAspect="1"/>
          </p:cNvSpPr>
          <p:nvPr/>
        </p:nvSpPr>
        <p:spPr>
          <a:xfrm>
            <a:off x="3683149" y="2528047"/>
            <a:ext cx="4846320" cy="48463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prstTxWarp prst="textArchDown">
              <a:avLst>
                <a:gd name="adj" fmla="val 1579780"/>
              </a:avLst>
            </a:prstTxWarp>
          </a:bodyPr>
          <a:lstStyle/>
          <a:p>
            <a:pPr algn="ctr"/>
            <a:r>
              <a:rPr lang="en-US" sz="3600" dirty="0">
                <a:ln w="12700">
                  <a:solidFill>
                    <a:srgbClr val="001526"/>
                  </a:solidFill>
                </a:ln>
                <a:latin typeface=""/>
              </a:rPr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552695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8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Marius Liebald</dc:creator>
  <cp:lastModifiedBy>Marius Liebald</cp:lastModifiedBy>
  <cp:revision>7</cp:revision>
  <dcterms:created xsi:type="dcterms:W3CDTF">2025-11-06T17:04:16Z</dcterms:created>
  <dcterms:modified xsi:type="dcterms:W3CDTF">2025-11-08T10:03:35Z</dcterms:modified>
</cp:coreProperties>
</file>